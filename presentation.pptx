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/>
            </a:pPr>
            <a:r>
              <a:t>@SIH Idea submission- Template</a:t>
            </a:r>
            <a:br/>
            <a:r>
              <a:t>TITLE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• Problem Statement ID: SIH-XXXX</a:t>
            </a:r>
          </a:p>
          <a:p>
            <a:pPr>
              <a:defRPr sz="2000"/>
            </a:pPr>
            <a:r>
              <a:t>• Problem Statement Title: AI-Powered Behavioral Anomaly Detection for Cybersecurity</a:t>
            </a:r>
          </a:p>
          <a:p>
            <a:pPr>
              <a:defRPr sz="2000"/>
            </a:pPr>
            <a:r>
              <a:t>• Theme: Cybersecurity &amp; Smart Automation</a:t>
            </a:r>
          </a:p>
          <a:p>
            <a:pPr>
              <a:defRPr sz="2000"/>
            </a:pPr>
            <a:r>
              <a:t>• PS Category- Software/Hardware: Software</a:t>
            </a:r>
          </a:p>
          <a:p>
            <a:pPr>
              <a:defRPr sz="2000"/>
            </a:pPr>
            <a:r>
              <a:t>• Student Name (Registered on portal): Atharv Sinha</a:t>
            </a:r>
          </a:p>
          <a:p>
            <a:pPr>
              <a:defRPr sz="2000"/>
            </a:pPr>
            <a:r>
              <a:t>• Student ID: XXXXXXXXX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@SIH Idea submission- Template</a:t>
            </a:r>
            <a:br/>
            <a:r>
              <a:t>AI-Driven Behavioral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/>
            </a:pPr>
            <a:r>
              <a:t>Proposed Solution (Describe your Idea/Solution/Prototype)</a:t>
            </a:r>
          </a:p>
          <a:p>
            <a:pPr>
              <a:defRPr b="1" sz="1600"/>
            </a:pPr>
            <a:r>
              <a:t>• Detailed explanation of the proposed solution:</a:t>
            </a:r>
          </a:p>
          <a:p>
            <a:pPr>
              <a:defRPr sz="1600"/>
            </a:pPr>
            <a:r>
              <a:t>  - ML system that learns normal behavior patterns of users, service accounts &amp; IoT devices.</a:t>
            </a:r>
          </a:p>
          <a:p>
            <a:pPr>
              <a:defRPr sz="1600"/>
            </a:pPr>
            <a:r>
              <a:t>  - Automatically detects 8 attack types including brute force, lateral movement, credential stuffing, etc.</a:t>
            </a:r>
          </a:p>
          <a:p>
            <a:pPr>
              <a:defRPr sz="1600"/>
            </a:pPr>
            <a:r>
              <a:t>  - Real-time dashboard with live threat feed, risk scoring, and alert queue.</a:t>
            </a:r>
          </a:p>
          <a:p>
            <a:pPr>
              <a:defRPr sz="1600"/>
            </a:pPr>
          </a:p>
          <a:p>
            <a:pPr>
              <a:defRPr b="1" sz="1600"/>
            </a:pPr>
            <a:r>
              <a:t>• How it addresses the problem:</a:t>
            </a:r>
          </a:p>
          <a:p>
            <a:pPr>
              <a:defRPr sz="1600"/>
            </a:pPr>
            <a:r>
              <a:t>  - Traditional SIEM tools use static rules; our system uses behavioral baselines + ML.</a:t>
            </a:r>
          </a:p>
          <a:p>
            <a:pPr>
              <a:defRPr sz="1600"/>
            </a:pPr>
            <a:r>
              <a:t>  - Reduces alert fatigue: AI classifies and prioritizes threats by risk score.</a:t>
            </a:r>
          </a:p>
          <a:p>
            <a:pPr>
              <a:defRPr sz="1600"/>
            </a:pPr>
          </a:p>
          <a:p>
            <a:pPr>
              <a:defRPr b="1" sz="1600"/>
            </a:pPr>
            <a:r>
              <a:t>• Innovation and uniqueness of the solution:</a:t>
            </a:r>
          </a:p>
          <a:p>
            <a:pPr>
              <a:defRPr sz="1600"/>
            </a:pPr>
            <a:r>
              <a:t>  - Dual-model architecture: Isolation Forest (unsupervised) + Random Forest (supervised).</a:t>
            </a:r>
          </a:p>
          <a:p>
            <a:pPr>
              <a:defRPr sz="1600"/>
            </a:pPr>
            <a:r>
              <a:t>  - Explainability engine: Heuristic feature attribution generates natural-language risk summaries.</a:t>
            </a:r>
          </a:p>
          <a:p>
            <a:pPr>
              <a:defRPr sz="1600"/>
            </a:pPr>
            <a:r>
              <a:t>  - 97.45% classification accuracy on 8 distinct attack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@SIH Idea submission- Template</a:t>
            </a:r>
            <a:br/>
            <a: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/>
            </a:pPr>
            <a:r>
              <a:t>• Technologies to be used (programming languages, frameworks, hardware):</a:t>
            </a:r>
          </a:p>
          <a:p>
            <a:pPr>
              <a:defRPr sz="1600"/>
            </a:pPr>
            <a:r>
              <a:t>  - Python 3.12, scikit-learn, Pandas, NumPy.</a:t>
            </a:r>
          </a:p>
          <a:p>
            <a:pPr>
              <a:defRPr sz="1600"/>
            </a:pPr>
            <a:r>
              <a:t>  - UI/Frontend: Plotly, Dash, Flask.</a:t>
            </a:r>
          </a:p>
          <a:p>
            <a:pPr>
              <a:defRPr sz="1600"/>
            </a:pPr>
            <a:r>
              <a:t>  - ML Models: Isolation Forest (unsupervised baseline), Random Forest (classifier).</a:t>
            </a:r>
          </a:p>
          <a:p>
            <a:pPr>
              <a:defRPr sz="1600"/>
            </a:pPr>
            <a:r>
              <a:t>  - Hardware: Standard Server / Laptop (MVP runs entirely locally with low footprint).</a:t>
            </a:r>
          </a:p>
          <a:p>
            <a:pPr>
              <a:defRPr sz="1600"/>
            </a:pPr>
          </a:p>
          <a:p>
            <a:pPr>
              <a:defRPr b="1" sz="1600"/>
            </a:pPr>
            <a:r>
              <a:t>• Methodology and process for implementation:</a:t>
            </a:r>
          </a:p>
          <a:p>
            <a:pPr>
              <a:defRPr sz="1600"/>
            </a:pPr>
            <a:r>
              <a:t>  1. Data Generator: Simulates real-time network access logs (48,700 events).</a:t>
            </a:r>
          </a:p>
          <a:p>
            <a:pPr>
              <a:defRPr sz="1600"/>
            </a:pPr>
            <a:r>
              <a:t>  2. Baseline Profiler (Isolation Forest): Learns 'normal' entity behavior.</a:t>
            </a:r>
          </a:p>
          <a:p>
            <a:pPr>
              <a:defRPr sz="1600"/>
            </a:pPr>
            <a:r>
              <a:t>  3. Anomaly Classifier (Random Forest): Identifies and classifies attacks.</a:t>
            </a:r>
          </a:p>
          <a:p>
            <a:pPr>
              <a:defRPr sz="1600"/>
            </a:pPr>
            <a:r>
              <a:t>  4. Risk Engine: Generates human-readable explainability strings and risk scores.</a:t>
            </a:r>
          </a:p>
          <a:p>
            <a:pPr>
              <a:defRPr sz="1600"/>
            </a:pPr>
            <a:r>
              <a:t>  5. SOC Dashboard: Visualizes real-time metrics, geographical hotspots, and live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@SIH Idea submission- Template</a:t>
            </a:r>
            <a:br/>
            <a:r>
              <a:t>FEASIBILITY AND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/>
            </a:pPr>
            <a:r>
              <a:t>• Analysis of the feasibility of the idea:</a:t>
            </a:r>
          </a:p>
          <a:p>
            <a:pPr>
              <a:defRPr sz="1600"/>
            </a:pPr>
            <a:r>
              <a:t>  - Built with open-source Python ecosystem — zero licensing costs.</a:t>
            </a:r>
          </a:p>
          <a:p>
            <a:pPr>
              <a:defRPr sz="1600"/>
            </a:pPr>
            <a:r>
              <a:t>  - Highly scalable: Training pipeline completes in &lt;30 seconds for 48K events.</a:t>
            </a:r>
          </a:p>
          <a:p>
            <a:pPr>
              <a:defRPr sz="1600"/>
            </a:pPr>
            <a:r>
              <a:t>  - Drop-in architecture allows seamless integration into existing SIEMs via API.</a:t>
            </a:r>
          </a:p>
          <a:p>
            <a:pPr>
              <a:defRPr sz="1600"/>
            </a:pPr>
          </a:p>
          <a:p>
            <a:pPr>
              <a:defRPr b="1" sz="1600"/>
            </a:pPr>
            <a:r>
              <a:t>• Potential challenges and risks:</a:t>
            </a:r>
          </a:p>
          <a:p>
            <a:pPr>
              <a:defRPr sz="1600"/>
            </a:pPr>
            <a:r>
              <a:t>  - Data drift: Attack patterns evolve, making models stale.</a:t>
            </a:r>
          </a:p>
          <a:p>
            <a:pPr>
              <a:defRPr sz="1600"/>
            </a:pPr>
            <a:r>
              <a:t>  - False positives: Over-sensitive models can cause alert fatigue in SOCs.</a:t>
            </a:r>
          </a:p>
          <a:p>
            <a:pPr>
              <a:defRPr sz="1600"/>
            </a:pPr>
            <a:r>
              <a:t>  - Privacy: Processing access logs containing PII (GDPR compliance).</a:t>
            </a:r>
          </a:p>
          <a:p>
            <a:pPr>
              <a:defRPr sz="1600"/>
            </a:pPr>
          </a:p>
          <a:p>
            <a:pPr>
              <a:defRPr b="1" sz="1600"/>
            </a:pPr>
            <a:r>
              <a:t>• Strategies for overcoming these challenges:</a:t>
            </a:r>
          </a:p>
          <a:p>
            <a:pPr>
              <a:defRPr sz="1600"/>
            </a:pPr>
            <a:r>
              <a:t>  - Continuous retraining schedules to refresh baselines dynamically.</a:t>
            </a:r>
          </a:p>
          <a:p>
            <a:pPr>
              <a:defRPr sz="1600"/>
            </a:pPr>
            <a:r>
              <a:t>  - Adaptive per-entity risk thresholds to reduce false positives by up to 40%.</a:t>
            </a:r>
          </a:p>
          <a:p>
            <a:pPr>
              <a:defRPr sz="1600"/>
            </a:pPr>
            <a:r>
              <a:t>  - Data anonymization (hashing PII fields) before ingestion into ML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@SIH Idea submission- Template</a:t>
            </a:r>
            <a:br/>
            <a:r>
              <a:t>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/>
            </a:pPr>
            <a:r>
              <a:t>• Relevant artifacts:</a:t>
            </a:r>
          </a:p>
          <a:p>
            <a:pPr>
              <a:defRPr sz="1400"/>
            </a:pPr>
            <a:r>
              <a:t>  - Copy of the Code / GitHub: github.com/AtharvSinha26052005/honeywell_AI_Anomoly_Detection</a:t>
            </a:r>
          </a:p>
          <a:p>
            <a:pPr>
              <a:defRPr sz="1400"/>
            </a:pPr>
            <a:r>
              <a:t>  - Performance: 48,700 Events Generated, 97.45% Accuracy, 4,508 Anomalies Detected</a:t>
            </a:r>
          </a:p>
          <a:p>
            <a:pPr>
              <a:defRPr sz="1400"/>
            </a:pPr>
            <a:r>
              <a:t>  - Dashboard snaps (Below): Real-time threat feed, Heatmaps, Entity analytics.</a:t>
            </a:r>
          </a:p>
        </p:txBody>
      </p:sp>
      <p:pic>
        <p:nvPicPr>
          <p:cNvPr id="4" name="Picture 3" descr="dashboard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4235116" cy="2011680"/>
          </a:xfrm>
          <a:prstGeom prst="rect">
            <a:avLst/>
          </a:prstGeom>
        </p:spPr>
      </p:pic>
      <p:pic>
        <p:nvPicPr>
          <p:cNvPr id="5" name="Picture 4" descr="dashboard_midd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86000"/>
            <a:ext cx="4235116" cy="2011680"/>
          </a:xfrm>
          <a:prstGeom prst="rect">
            <a:avLst/>
          </a:prstGeom>
        </p:spPr>
      </p:pic>
      <p:pic>
        <p:nvPicPr>
          <p:cNvPr id="6" name="Picture 5" descr="dashboard_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389120"/>
            <a:ext cx="4235116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@SIH Idea submission- Template</a:t>
            </a:r>
            <a:br/>
            <a:r>
              <a:t>RESEARCH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/>
            </a:pPr>
            <a:r>
              <a:t>• Details / Links of the reference and research work:</a:t>
            </a:r>
          </a:p>
          <a:p>
            <a:pPr>
              <a:defRPr sz="1600"/>
            </a:pPr>
            <a:r>
              <a:t>  - Liu et al., 2008 — "Isolation Forest" — IEEE International Conference on Data Mining.</a:t>
            </a:r>
          </a:p>
          <a:p>
            <a:pPr>
              <a:defRPr sz="1600"/>
            </a:pPr>
            <a:r>
              <a:t>  - Breiman, 2001 — "Random Forests" — Machine Learning, 45(1).</a:t>
            </a:r>
          </a:p>
          <a:p>
            <a:pPr>
              <a:defRPr sz="1600"/>
            </a:pPr>
            <a:r>
              <a:t>  - MITRE ATT&amp;CK Framework: Used for attack pattern taxonomy mapping.</a:t>
            </a:r>
          </a:p>
          <a:p>
            <a:pPr>
              <a:defRPr sz="1600"/>
            </a:pPr>
            <a:r>
              <a:t>  - NIST SP 800-53: Security and Privacy Controls for Information Systems.</a:t>
            </a:r>
          </a:p>
          <a:p>
            <a:pPr>
              <a:defRPr sz="1600"/>
            </a:pPr>
            <a:r>
              <a:t>  - Chandola et al., 2009 — "Anomaly Detection: A Survey" — ACM Computing Surveys.</a:t>
            </a:r>
          </a:p>
          <a:p>
            <a:pPr>
              <a:defRPr sz="1600"/>
            </a:pPr>
          </a:p>
          <a:p>
            <a:pPr>
              <a:defRPr b="1" sz="1600"/>
            </a:pPr>
            <a:r>
              <a:t>• Technical Frameworks:</a:t>
            </a:r>
          </a:p>
          <a:p>
            <a:pPr>
              <a:defRPr sz="1600"/>
            </a:pPr>
            <a:r>
              <a:t>  - scikit-learn (scikit-learn.org) for underlying machine learning logic.</a:t>
            </a:r>
          </a:p>
          <a:p>
            <a:pPr>
              <a:defRPr sz="1600"/>
            </a:pPr>
            <a:r>
              <a:t>  - Plotly Dash (dash.plotly.com) for real-time dashboard capabilities.</a:t>
            </a:r>
          </a:p>
          <a:p>
            <a:pPr>
              <a:defRPr sz="1600"/>
            </a:pPr>
            <a:r>
              <a:t>  - Pandas (pandas.pydata.org) for vectorized data transformations.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Thank you! - AI-Powered Behavioral Anomaly Detection for Cybersecurity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