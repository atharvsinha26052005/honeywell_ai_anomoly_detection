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800"/>
            </a:pPr>
            <a:r>
              <a:t>HONEYWELL HACKATHON 2026</a:t>
            </a:r>
            <a:br/>
            <a:r>
              <a:t>TITLE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Problem Statement ID: (Enter PS ID)</a:t>
            </a:r>
          </a:p>
          <a:p>
            <a:pPr>
              <a:defRPr sz="2000"/>
            </a:pPr>
            <a:r>
              <a:t>• Problem Statement Title: AI-Powered Behavioral Anomaly Detection</a:t>
            </a:r>
          </a:p>
          <a:p>
            <a:pPr>
              <a:defRPr sz="2000"/>
            </a:pPr>
            <a:r>
              <a:t>• Theme: Cybersecurity &amp; Smart Automation</a:t>
            </a:r>
          </a:p>
          <a:p>
            <a:pPr>
              <a:defRPr sz="2000"/>
            </a:pPr>
            <a:r>
              <a:t>• PS Category: Software</a:t>
            </a:r>
          </a:p>
          <a:p>
            <a:pPr>
              <a:defRPr sz="2000"/>
            </a:pPr>
            <a:r>
              <a:t>• Student Name: Atharv Sinha</a:t>
            </a:r>
          </a:p>
          <a:p>
            <a:pPr>
              <a:defRPr sz="2000"/>
            </a:pPr>
            <a:r>
              <a:t>• Student ID: (Enter Student ID)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HONEYWELL HACKATHON 2026</a:t>
            </a:r>
            <a:br/>
            <a:r>
              <a:t>AI-Driven Behavioral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Proposed Solution:</a:t>
            </a:r>
          </a:p>
          <a:p>
            <a:pPr>
              <a:defRPr b="1" sz="1600"/>
            </a:pPr>
            <a:r>
              <a:t>• Detailed explanation of the proposed solution:</a:t>
            </a:r>
          </a:p>
          <a:p>
            <a:pPr>
              <a:defRPr sz="1600"/>
            </a:pPr>
            <a:r>
              <a:t>  - AI/ML system that models normal access behavior for users and IoT devices.</a:t>
            </a:r>
          </a:p>
          <a:p>
            <a:pPr>
              <a:defRPr sz="1600"/>
            </a:pPr>
            <a:r>
              <a:t>  - Automatically detects and classifies 8 intrusion types (e.g., brute force, lateral movement).</a:t>
            </a:r>
          </a:p>
          <a:p>
            <a:pPr>
              <a:defRPr sz="1600"/>
            </a:pPr>
            <a:r>
              <a:t>  - Provides explainable risk scores through an analyst-facing SOC dashboard.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How it addresses the problem:</a:t>
            </a:r>
          </a:p>
          <a:p>
            <a:pPr>
              <a:defRPr sz="1600"/>
            </a:pPr>
            <a:r>
              <a:t>  - Replaces rigid static rules with dynamic behavioral baselines.</a:t>
            </a:r>
          </a:p>
          <a:p>
            <a:pPr>
              <a:defRPr sz="1600"/>
            </a:pPr>
            <a:r>
              <a:t>  - Mitigates alert fatigue by intelligently scoring and prioritizing threats.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Innovation and uniqueness of the solution:</a:t>
            </a:r>
          </a:p>
          <a:p>
            <a:pPr>
              <a:defRPr sz="1600"/>
            </a:pPr>
            <a:r>
              <a:t>  - Dual Pipeline: Isolation Forest (unsupervised profiling) + Random Forest (supervised multi-class).</a:t>
            </a:r>
          </a:p>
          <a:p>
            <a:pPr>
              <a:defRPr sz="1600"/>
            </a:pPr>
            <a:r>
              <a:t>  - Explainability Engine: Translates ML decisions into human-readable alerts.</a:t>
            </a:r>
          </a:p>
          <a:p>
            <a:pPr>
              <a:defRPr sz="1600"/>
            </a:pPr>
            <a:r>
              <a:t>  - Cold-start handling for new entities using statistical profiling fallbacks.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HONEYWELL HACKATHON 2026</a:t>
            </a:r>
            <a:br/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Technologies to be used:</a:t>
            </a:r>
          </a:p>
          <a:p>
            <a:pPr>
              <a:defRPr sz="1600"/>
            </a:pPr>
            <a:r>
              <a:t>  - Machine Learning: Python, scikit-learn, Pandas, NumPy.</a:t>
            </a:r>
          </a:p>
          <a:p>
            <a:pPr>
              <a:defRPr sz="1600"/>
            </a:pPr>
            <a:r>
              <a:t>  - Visualization &amp; UI: Plotly Dash, Flask, Bootstrap.</a:t>
            </a:r>
          </a:p>
          <a:p>
            <a:pPr>
              <a:defRPr sz="1600"/>
            </a:pPr>
            <a:r>
              <a:t>  - Hardware: Standard Laptop/Server (Designed for lightweight, local execution).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Methodology and process for implementation:</a:t>
            </a:r>
          </a:p>
          <a:p>
            <a:pPr>
              <a:defRPr sz="1600"/>
            </a:pPr>
            <a:r>
              <a:t>  1. Data Generator Layer: Synthetic log generation simulating 50K+ events and 8 attack patterns.</a:t>
            </a:r>
          </a:p>
          <a:p>
            <a:pPr>
              <a:defRPr sz="1600"/>
            </a:pPr>
            <a:r>
              <a:t>  2. ML Pipeline - Profiling: Isolation Forest isolates 'normal' entity behavior.</a:t>
            </a:r>
          </a:p>
          <a:p>
            <a:pPr>
              <a:defRPr sz="1600"/>
            </a:pPr>
            <a:r>
              <a:t>  3. ML Pipeline - Classification: Random Forest determines specific attack types.</a:t>
            </a:r>
          </a:p>
          <a:p>
            <a:pPr>
              <a:defRPr sz="1600"/>
            </a:pPr>
            <a:r>
              <a:t>  4. Explainability Layer: Feature attribution maps statistical anomalies to human-readable text.</a:t>
            </a:r>
          </a:p>
          <a:p>
            <a:pPr>
              <a:defRPr sz="1600"/>
            </a:pPr>
            <a:r>
              <a:t>  5. Dashboard UI: Real-time Plotly Dash interface visualizes KPIs, geo-maps, and alert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HONEYWELL HACKATHON 2026</a:t>
            </a:r>
            <a:br/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Analysis of the feasibility of the idea:</a:t>
            </a:r>
          </a:p>
          <a:p>
            <a:pPr>
              <a:defRPr sz="1600"/>
            </a:pPr>
            <a:r>
              <a:t>  - Cost-Effective: Built entirely on an open-source Python stack (No vendor lock-in).</a:t>
            </a:r>
          </a:p>
          <a:p>
            <a:pPr>
              <a:defRPr sz="1600"/>
            </a:pPr>
            <a:r>
              <a:t>  - Highly Performant: The 50K event pipeline trains and infers in under 30 seconds.</a:t>
            </a:r>
          </a:p>
          <a:p>
            <a:pPr>
              <a:defRPr sz="1600"/>
            </a:pPr>
            <a:r>
              <a:t>  - Extensible: Modular architecture easily integrates with standard SIEM APIs (Splunk, Elastic).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Potential challenges and risks:</a:t>
            </a:r>
          </a:p>
          <a:p>
            <a:pPr>
              <a:defRPr sz="1600"/>
            </a:pPr>
            <a:r>
              <a:t>  - Evolving Threats (Concept Drift): Attack patterns change over time.</a:t>
            </a:r>
          </a:p>
          <a:p>
            <a:pPr>
              <a:defRPr sz="1600"/>
            </a:pPr>
            <a:r>
              <a:t>  - Alert Fatigue: Improperly tuned models can overwhelm SOC analysts with false positives.</a:t>
            </a:r>
          </a:p>
          <a:p>
            <a:pPr>
              <a:defRPr sz="1600"/>
            </a:pPr>
            <a:r>
              <a:t>  - Big Data Scaling: Processing millions of logs daily requires distributed computing.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Strategies for overcoming these challenges:</a:t>
            </a:r>
          </a:p>
          <a:p>
            <a:pPr>
              <a:defRPr sz="1600"/>
            </a:pPr>
            <a:r>
              <a:t>  - Drift Mitigation: Implement continuous, scheduled model retraining.</a:t>
            </a:r>
          </a:p>
          <a:p>
            <a:pPr>
              <a:defRPr sz="1600"/>
            </a:pPr>
            <a:r>
              <a:t>  - Analyst Feedback Loop: Tunable contamination thresholds per-entity to reduce noise.</a:t>
            </a:r>
          </a:p>
          <a:p>
            <a:pPr>
              <a:defRPr sz="1600"/>
            </a:pPr>
            <a:r>
              <a:t>  - Scaling Roadmap: Transition MVP architecture to Apache Spark / Kafka for enterprise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HONEYWELL HACKATHON 2026</a:t>
            </a:r>
            <a:br/>
            <a:r>
              <a:t>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• Relevant artifacts:</a:t>
            </a:r>
          </a:p>
          <a:p>
            <a:pPr>
              <a:defRPr sz="1400"/>
            </a:pPr>
            <a:r>
              <a:t>  - GitHub Repository: github.com/AtharvSinha26052005/honeywell_AI_Anomoly_Detection</a:t>
            </a:r>
          </a:p>
          <a:p>
            <a:pPr>
              <a:defRPr sz="1400"/>
            </a:pPr>
            <a:r>
              <a:t>  - Prototype Output: 48,700 Events, 97.45% Accuracy across 8 attack patterns.</a:t>
            </a:r>
          </a:p>
          <a:p>
            <a:pPr>
              <a:defRPr sz="1400"/>
            </a:pPr>
            <a:r>
              <a:t>  - Snaps of the Solution: Real-time dashboard components below.</a:t>
            </a:r>
          </a:p>
        </p:txBody>
      </p:sp>
      <p:pic>
        <p:nvPicPr>
          <p:cNvPr id="4" name="Picture 3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4235116" cy="2011680"/>
          </a:xfrm>
          <a:prstGeom prst="rect">
            <a:avLst/>
          </a:prstGeom>
        </p:spPr>
      </p:pic>
      <p:pic>
        <p:nvPicPr>
          <p:cNvPr id="5" name="Picture 4" descr="dashboard_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235116" cy="2011680"/>
          </a:xfrm>
          <a:prstGeom prst="rect">
            <a:avLst/>
          </a:prstGeom>
        </p:spPr>
      </p:pic>
      <p:pic>
        <p:nvPicPr>
          <p:cNvPr id="6" name="Picture 5" descr="dashboard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389120"/>
            <a:ext cx="4235116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HONEYWELL HACKATHON 2026</a:t>
            </a:r>
            <a:br/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/>
            </a:pPr>
            <a:r>
              <a:t>• Details / Links of the reference and research work:</a:t>
            </a:r>
          </a:p>
          <a:p>
            <a:pPr>
              <a:defRPr sz="1600"/>
            </a:pPr>
            <a:r>
              <a:t>  - Liu, F. T., et al. (2008). "Isolation Forest". IEEE International Conference on Data Mining.</a:t>
            </a:r>
          </a:p>
          <a:p>
            <a:pPr>
              <a:defRPr sz="1600"/>
            </a:pPr>
            <a:r>
              <a:t>  - Breiman, L. (2001). "Random Forests". Machine Learning, 45(1).</a:t>
            </a:r>
          </a:p>
          <a:p>
            <a:pPr>
              <a:defRPr sz="1600"/>
            </a:pPr>
            <a:r>
              <a:t>  - MITRE ATT&amp;CK Framework: Utilized for taxonomy mapping of simulated attack patterns.</a:t>
            </a:r>
          </a:p>
          <a:p>
            <a:pPr>
              <a:defRPr sz="1600"/>
            </a:pPr>
            <a:r>
              <a:t>  - NIST SP 800-53: Guidelines on Security and Privacy Controls.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Technology Stack Documentation:</a:t>
            </a:r>
          </a:p>
          <a:p>
            <a:pPr>
              <a:defRPr sz="1600"/>
            </a:pPr>
            <a:r>
              <a:t>  - scikit-learn (scikit-learn.org) - Core machine learning estimators.</a:t>
            </a:r>
          </a:p>
          <a:p>
            <a:pPr>
              <a:defRPr sz="1600"/>
            </a:pPr>
            <a:r>
              <a:t>  - Plotly Dash (dash.plotly.com) - Real-time dashboard visualization.</a:t>
            </a:r>
          </a:p>
          <a:p>
            <a:pPr>
              <a:defRPr sz="1600"/>
            </a:pPr>
            <a:r>
              <a:t>  - Pandas / NumPy (pandas.pydata.org) - Vectorized data pipeline transformations.</a:t>
            </a:r>
          </a:p>
          <a:p>
            <a:pPr>
              <a:defRPr sz="1600"/>
            </a:pPr>
          </a:p>
          <a:p>
            <a:pPr>
              <a:defRPr b="1" sz="1600"/>
            </a:pPr>
            <a:r>
              <a:t>• Open Source Assets:</a:t>
            </a:r>
          </a:p>
          <a:p>
            <a:pPr>
              <a:defRPr sz="1600"/>
            </a:pPr>
            <a:r>
              <a:t>  - Developed during Honeywell Hackathon 2026 (MIT Licensed codebase).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/>
            </a:pPr>
            <a:r>
              <a:t>Thank You!</a:t>
            </a:r>
          </a:p>
          <a:p>
            <a:pPr algn="ctr">
              <a:defRPr sz="2400"/>
            </a:pPr>
            <a:br/>
            <a:r>
              <a:t>AI-Powered Behavioral Anomaly Detection for Cybersecurity</a:t>
            </a:r>
            <a:br/>
            <a:r>
              <a:t>Honeywell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